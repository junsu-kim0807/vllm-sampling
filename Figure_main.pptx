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75945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19"/>
  </p:normalViewPr>
  <p:slideViewPr>
    <p:cSldViewPr snapToGrid="0">
      <p:cViewPr varScale="1">
        <p:scale>
          <a:sx n="400" d="100"/>
          <a:sy n="400" d="100"/>
        </p:scale>
        <p:origin x="76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412312"/>
            <a:ext cx="4319588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323249"/>
            <a:ext cx="4319588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4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0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628091"/>
            <a:ext cx="4967526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1685991"/>
            <a:ext cx="4967526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670664"/>
            <a:ext cx="2447766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670664"/>
            <a:ext cx="2447766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2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34133"/>
            <a:ext cx="4967526" cy="486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617594"/>
            <a:ext cx="243651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920267"/>
            <a:ext cx="2436517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617594"/>
            <a:ext cx="2448516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920267"/>
            <a:ext cx="2448516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3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1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67958"/>
            <a:ext cx="185757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362742"/>
            <a:ext cx="2915722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755809"/>
            <a:ext cx="185757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67958"/>
            <a:ext cx="185757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362742"/>
            <a:ext cx="2915722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755809"/>
            <a:ext cx="185757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4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8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34133"/>
            <a:ext cx="1241881" cy="2135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34133"/>
            <a:ext cx="3653651" cy="2135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34133"/>
            <a:ext cx="4967526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670664"/>
            <a:ext cx="4967526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2335076"/>
            <a:ext cx="129587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62AEA-94D3-F441-81A9-DB067D725D8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2335076"/>
            <a:ext cx="1943814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2335076"/>
            <a:ext cx="129587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6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4547490-005D-BAF2-1CFB-E7EDA570EDDC}"/>
              </a:ext>
            </a:extLst>
          </p:cNvPr>
          <p:cNvSpPr txBox="1">
            <a:spLocks/>
          </p:cNvSpPr>
          <p:nvPr/>
        </p:nvSpPr>
        <p:spPr>
          <a:xfrm>
            <a:off x="154009" y="876638"/>
            <a:ext cx="515667" cy="16392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1050" b="1" dirty="0"/>
              <a:t>Draft :</a:t>
            </a:r>
            <a:endParaRPr lang="en-US" sz="1050" b="1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318668-DE75-36F6-E3C8-ADF0200B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89243"/>
              </p:ext>
            </p:extLst>
          </p:nvPr>
        </p:nvGraphicFramePr>
        <p:xfrm>
          <a:off x="860335" y="607799"/>
          <a:ext cx="554030" cy="64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758589420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270064718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54346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4495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38063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34963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7F368D-B985-0111-D50B-347EF6F3437D}"/>
              </a:ext>
            </a:extLst>
          </p:cNvPr>
          <p:cNvCxnSpPr>
            <a:cxnSpLocks/>
          </p:cNvCxnSpPr>
          <p:nvPr/>
        </p:nvCxnSpPr>
        <p:spPr>
          <a:xfrm>
            <a:off x="1643518" y="95860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7E3E35-B9A0-7469-FC4F-B6DAFC04C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84481"/>
              </p:ext>
            </p:extLst>
          </p:nvPr>
        </p:nvGraphicFramePr>
        <p:xfrm>
          <a:off x="3362048" y="536495"/>
          <a:ext cx="554030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07BCAB-34B8-A72F-76DB-096EE56CED33}"/>
              </a:ext>
            </a:extLst>
          </p:cNvPr>
          <p:cNvCxnSpPr>
            <a:cxnSpLocks/>
          </p:cNvCxnSpPr>
          <p:nvPr/>
        </p:nvCxnSpPr>
        <p:spPr>
          <a:xfrm>
            <a:off x="4018851" y="94914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73945F-90D2-E65A-8377-F983EDE08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45746"/>
              </p:ext>
            </p:extLst>
          </p:nvPr>
        </p:nvGraphicFramePr>
        <p:xfrm>
          <a:off x="4571017" y="529301"/>
          <a:ext cx="1128104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26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11" name="Title 4">
            <a:extLst>
              <a:ext uri="{FF2B5EF4-FFF2-40B4-BE49-F238E27FC236}">
                <a16:creationId xmlns:a16="http://schemas.microsoft.com/office/drawing/2014/main" id="{55C1BC5B-9630-9186-CBA4-14BBAC1C4CAE}"/>
              </a:ext>
            </a:extLst>
          </p:cNvPr>
          <p:cNvSpPr txBox="1">
            <a:spLocks/>
          </p:cNvSpPr>
          <p:nvPr/>
        </p:nvSpPr>
        <p:spPr>
          <a:xfrm>
            <a:off x="1509915" y="559405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757" b="0" dirty="0"/>
              <a:t>Select Low </a:t>
            </a:r>
          </a:p>
          <a:p>
            <a:r>
              <a:rPr lang="en-CA" sz="757" b="0" dirty="0"/>
              <a:t>Confidence </a:t>
            </a:r>
          </a:p>
          <a:p>
            <a:r>
              <a:rPr lang="en-CA" sz="757" b="0" dirty="0"/>
              <a:t>Requests</a:t>
            </a:r>
            <a:endParaRPr lang="en-US" sz="757" b="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4D3620-145F-2C55-0F04-3597925BE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259"/>
              </p:ext>
            </p:extLst>
          </p:nvPr>
        </p:nvGraphicFramePr>
        <p:xfrm>
          <a:off x="2210018" y="867136"/>
          <a:ext cx="554030" cy="16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1475859962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3053207379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3598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6DAAE2-270E-1DF7-23F0-824054364FFA}"/>
              </a:ext>
            </a:extLst>
          </p:cNvPr>
          <p:cNvCxnSpPr>
            <a:cxnSpLocks/>
          </p:cNvCxnSpPr>
          <p:nvPr/>
        </p:nvCxnSpPr>
        <p:spPr>
          <a:xfrm>
            <a:off x="2859598" y="95860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>
            <a:extLst>
              <a:ext uri="{FF2B5EF4-FFF2-40B4-BE49-F238E27FC236}">
                <a16:creationId xmlns:a16="http://schemas.microsoft.com/office/drawing/2014/main" id="{AC6E287F-64F0-D5A2-3817-06F85F9DD21E}"/>
              </a:ext>
            </a:extLst>
          </p:cNvPr>
          <p:cNvSpPr txBox="1">
            <a:spLocks/>
          </p:cNvSpPr>
          <p:nvPr/>
        </p:nvSpPr>
        <p:spPr>
          <a:xfrm>
            <a:off x="2734190" y="563897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757" b="0" dirty="0"/>
              <a:t>Selective</a:t>
            </a:r>
          </a:p>
          <a:p>
            <a:r>
              <a:rPr lang="en-CA" sz="757" b="0" dirty="0"/>
              <a:t>Top-K</a:t>
            </a:r>
            <a:br>
              <a:rPr lang="en-CA" sz="757" b="0" dirty="0"/>
            </a:br>
            <a:r>
              <a:rPr lang="en-CA" sz="757" b="0" dirty="0"/>
              <a:t>Expansion</a:t>
            </a:r>
            <a:endParaRPr lang="en-US" sz="757" b="0" dirty="0"/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418EC61-9A11-3C47-94C4-D559057A34E4}"/>
              </a:ext>
            </a:extLst>
          </p:cNvPr>
          <p:cNvSpPr txBox="1">
            <a:spLocks/>
          </p:cNvSpPr>
          <p:nvPr/>
        </p:nvSpPr>
        <p:spPr>
          <a:xfrm>
            <a:off x="3899767" y="572038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757" b="0" dirty="0"/>
              <a:t>Finish</a:t>
            </a:r>
            <a:br>
              <a:rPr lang="en-CA" sz="757" b="0" dirty="0"/>
            </a:br>
            <a:r>
              <a:rPr lang="en-CA" sz="757" b="0" dirty="0"/>
              <a:t>Draft</a:t>
            </a:r>
            <a:endParaRPr lang="en-US" sz="757" b="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73D7C-561C-BE2F-B62E-C845CCCB0D61}"/>
              </a:ext>
            </a:extLst>
          </p:cNvPr>
          <p:cNvCxnSpPr>
            <a:cxnSpLocks/>
          </p:cNvCxnSpPr>
          <p:nvPr/>
        </p:nvCxnSpPr>
        <p:spPr>
          <a:xfrm>
            <a:off x="2109937" y="2076787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E7E007-A33F-EDCE-06A8-C3160322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715140"/>
              </p:ext>
            </p:extLst>
          </p:nvPr>
        </p:nvGraphicFramePr>
        <p:xfrm>
          <a:off x="856683" y="1678275"/>
          <a:ext cx="1129088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19" name="Title 4">
            <a:extLst>
              <a:ext uri="{FF2B5EF4-FFF2-40B4-BE49-F238E27FC236}">
                <a16:creationId xmlns:a16="http://schemas.microsoft.com/office/drawing/2014/main" id="{E007DDB3-23C2-0B45-F81F-D214FFEBAC5F}"/>
              </a:ext>
            </a:extLst>
          </p:cNvPr>
          <p:cNvSpPr txBox="1">
            <a:spLocks/>
          </p:cNvSpPr>
          <p:nvPr/>
        </p:nvSpPr>
        <p:spPr>
          <a:xfrm>
            <a:off x="1950083" y="1739853"/>
            <a:ext cx="690734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757" b="0" dirty="0"/>
              <a:t>Forward</a:t>
            </a:r>
            <a:br>
              <a:rPr lang="en-CA" sz="757" b="0" dirty="0"/>
            </a:br>
            <a:r>
              <a:rPr lang="en-CA" sz="757" b="0" dirty="0"/>
              <a:t>Target Model</a:t>
            </a:r>
            <a:endParaRPr lang="en-US" sz="757" b="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7FCF96-9D6B-9AC4-0CA1-8EAFC9768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010776"/>
              </p:ext>
            </p:extLst>
          </p:nvPr>
        </p:nvGraphicFramePr>
        <p:xfrm>
          <a:off x="2640817" y="1681450"/>
          <a:ext cx="1129088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DF215E-6C20-83A4-5C8E-97CC65674212}"/>
              </a:ext>
            </a:extLst>
          </p:cNvPr>
          <p:cNvCxnSpPr>
            <a:cxnSpLocks/>
          </p:cNvCxnSpPr>
          <p:nvPr/>
        </p:nvCxnSpPr>
        <p:spPr>
          <a:xfrm>
            <a:off x="4003458" y="2076719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4">
            <a:extLst>
              <a:ext uri="{FF2B5EF4-FFF2-40B4-BE49-F238E27FC236}">
                <a16:creationId xmlns:a16="http://schemas.microsoft.com/office/drawing/2014/main" id="{8B73A6F9-C8E7-CA35-6E18-0AD49E4339B0}"/>
              </a:ext>
            </a:extLst>
          </p:cNvPr>
          <p:cNvSpPr txBox="1">
            <a:spLocks/>
          </p:cNvSpPr>
          <p:nvPr/>
        </p:nvSpPr>
        <p:spPr>
          <a:xfrm>
            <a:off x="3827727" y="1780477"/>
            <a:ext cx="690734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757" b="0" dirty="0"/>
              <a:t>Reduce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8C0071B-737D-CE8C-9672-470D6F2D7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59471"/>
              </p:ext>
            </p:extLst>
          </p:nvPr>
        </p:nvGraphicFramePr>
        <p:xfrm>
          <a:off x="4571017" y="1749627"/>
          <a:ext cx="1129088" cy="64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DE6E751-A73C-478E-BE0C-A0B8218C4D7C}"/>
              </a:ext>
            </a:extLst>
          </p:cNvPr>
          <p:cNvSpPr/>
          <p:nvPr/>
        </p:nvSpPr>
        <p:spPr>
          <a:xfrm>
            <a:off x="95251" y="79376"/>
            <a:ext cx="5552871" cy="2985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4">
            <a:extLst>
              <a:ext uri="{FF2B5EF4-FFF2-40B4-BE49-F238E27FC236}">
                <a16:creationId xmlns:a16="http://schemas.microsoft.com/office/drawing/2014/main" id="{9CD63CC7-6B69-D26C-6FEB-1C53B77D6BA4}"/>
              </a:ext>
            </a:extLst>
          </p:cNvPr>
          <p:cNvSpPr txBox="1">
            <a:spLocks/>
          </p:cNvSpPr>
          <p:nvPr/>
        </p:nvSpPr>
        <p:spPr>
          <a:xfrm>
            <a:off x="19780" y="2017363"/>
            <a:ext cx="763361" cy="16392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1050" b="1" dirty="0"/>
              <a:t>Verification :</a:t>
            </a:r>
            <a:endParaRPr lang="en-US" sz="1050" b="1" dirty="0">
              <a:solidFill>
                <a:srgbClr val="00206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66B041-B30D-5370-F11A-A6568DC24DF4}"/>
              </a:ext>
            </a:extLst>
          </p:cNvPr>
          <p:cNvCxnSpPr>
            <a:cxnSpLocks/>
          </p:cNvCxnSpPr>
          <p:nvPr/>
        </p:nvCxnSpPr>
        <p:spPr>
          <a:xfrm>
            <a:off x="856683" y="1498601"/>
            <a:ext cx="4896417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6B84FF-70DE-12DC-4AE2-4EBA05F0678F}"/>
              </a:ext>
            </a:extLst>
          </p:cNvPr>
          <p:cNvCxnSpPr>
            <a:cxnSpLocks/>
          </p:cNvCxnSpPr>
          <p:nvPr/>
        </p:nvCxnSpPr>
        <p:spPr>
          <a:xfrm>
            <a:off x="386074" y="1127125"/>
            <a:ext cx="0" cy="80150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20744E5-4F04-6F0B-DF29-5FE40506B2CC}"/>
              </a:ext>
            </a:extLst>
          </p:cNvPr>
          <p:cNvSpPr/>
          <p:nvPr/>
        </p:nvSpPr>
        <p:spPr>
          <a:xfrm>
            <a:off x="206580" y="150892"/>
            <a:ext cx="321465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4">
            <a:extLst>
              <a:ext uri="{FF2B5EF4-FFF2-40B4-BE49-F238E27FC236}">
                <a16:creationId xmlns:a16="http://schemas.microsoft.com/office/drawing/2014/main" id="{42B911F2-1B01-0EE4-B9B0-21927C78B1AE}"/>
              </a:ext>
            </a:extLst>
          </p:cNvPr>
          <p:cNvSpPr txBox="1">
            <a:spLocks/>
          </p:cNvSpPr>
          <p:nvPr/>
        </p:nvSpPr>
        <p:spPr>
          <a:xfrm>
            <a:off x="506572" y="161839"/>
            <a:ext cx="515667" cy="15239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Request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19F756-FFAB-DA82-E49D-AFB8190F5BA4}"/>
              </a:ext>
            </a:extLst>
          </p:cNvPr>
          <p:cNvSpPr/>
          <p:nvPr/>
        </p:nvSpPr>
        <p:spPr>
          <a:xfrm>
            <a:off x="1855508" y="153928"/>
            <a:ext cx="321465" cy="152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itle 4">
            <a:extLst>
              <a:ext uri="{FF2B5EF4-FFF2-40B4-BE49-F238E27FC236}">
                <a16:creationId xmlns:a16="http://schemas.microsoft.com/office/drawing/2014/main" id="{14B3F7A2-421C-7D64-E519-DDFE0D74C061}"/>
              </a:ext>
            </a:extLst>
          </p:cNvPr>
          <p:cNvSpPr txBox="1">
            <a:spLocks/>
          </p:cNvSpPr>
          <p:nvPr/>
        </p:nvSpPr>
        <p:spPr>
          <a:xfrm>
            <a:off x="2197553" y="102740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Expanded</a:t>
            </a:r>
            <a:br>
              <a:rPr lang="en-CA" altLang="ko-KR" sz="900" dirty="0"/>
            </a:br>
            <a:r>
              <a:rPr lang="en-CA" altLang="ko-KR" sz="900" dirty="0"/>
              <a:t>Request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81E58D-2463-4552-E564-385EFBBF2957}"/>
              </a:ext>
            </a:extLst>
          </p:cNvPr>
          <p:cNvSpPr/>
          <p:nvPr/>
        </p:nvSpPr>
        <p:spPr>
          <a:xfrm>
            <a:off x="2851400" y="153928"/>
            <a:ext cx="321465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5E7536-A976-0A2E-AD0B-D06C58DF84F3}"/>
              </a:ext>
            </a:extLst>
          </p:cNvPr>
          <p:cNvSpPr/>
          <p:nvPr/>
        </p:nvSpPr>
        <p:spPr>
          <a:xfrm>
            <a:off x="3851630" y="154067"/>
            <a:ext cx="321465" cy="152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itle 4">
            <a:extLst>
              <a:ext uri="{FF2B5EF4-FFF2-40B4-BE49-F238E27FC236}">
                <a16:creationId xmlns:a16="http://schemas.microsoft.com/office/drawing/2014/main" id="{3B93AC49-F56C-7803-7167-AB637FD23EDC}"/>
              </a:ext>
            </a:extLst>
          </p:cNvPr>
          <p:cNvSpPr txBox="1">
            <a:spLocks/>
          </p:cNvSpPr>
          <p:nvPr/>
        </p:nvSpPr>
        <p:spPr>
          <a:xfrm>
            <a:off x="4182617" y="102744"/>
            <a:ext cx="586556" cy="265051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Rejected</a:t>
            </a:r>
            <a:br>
              <a:rPr lang="en-CA" altLang="ko-KR" sz="900" dirty="0"/>
            </a:br>
            <a:r>
              <a:rPr lang="en-CA" altLang="ko-KR" sz="900" dirty="0"/>
              <a:t>Token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97FD5F-FC01-83F5-1C15-93DA12BC3415}"/>
              </a:ext>
            </a:extLst>
          </p:cNvPr>
          <p:cNvSpPr/>
          <p:nvPr/>
        </p:nvSpPr>
        <p:spPr>
          <a:xfrm>
            <a:off x="1026754" y="147717"/>
            <a:ext cx="321465" cy="15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itle 4">
            <a:extLst>
              <a:ext uri="{FF2B5EF4-FFF2-40B4-BE49-F238E27FC236}">
                <a16:creationId xmlns:a16="http://schemas.microsoft.com/office/drawing/2014/main" id="{D2434340-4423-18EC-99F7-E9D4A23C3789}"/>
              </a:ext>
            </a:extLst>
          </p:cNvPr>
          <p:cNvSpPr txBox="1">
            <a:spLocks/>
          </p:cNvSpPr>
          <p:nvPr/>
        </p:nvSpPr>
        <p:spPr>
          <a:xfrm>
            <a:off x="3185324" y="109090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Accepted</a:t>
            </a:r>
            <a:br>
              <a:rPr lang="en-CA" altLang="ko-KR" sz="900" dirty="0"/>
            </a:br>
            <a:r>
              <a:rPr lang="en-CA" altLang="ko-KR" sz="900" dirty="0"/>
              <a:t>Token</a:t>
            </a:r>
          </a:p>
        </p:txBody>
      </p:sp>
      <p:sp>
        <p:nvSpPr>
          <p:cNvPr id="48" name="Title 4">
            <a:extLst>
              <a:ext uri="{FF2B5EF4-FFF2-40B4-BE49-F238E27FC236}">
                <a16:creationId xmlns:a16="http://schemas.microsoft.com/office/drawing/2014/main" id="{02FE132F-5102-EB80-9D1C-9CF49012BE95}"/>
              </a:ext>
            </a:extLst>
          </p:cNvPr>
          <p:cNvSpPr txBox="1">
            <a:spLocks/>
          </p:cNvSpPr>
          <p:nvPr/>
        </p:nvSpPr>
        <p:spPr>
          <a:xfrm>
            <a:off x="1267162" y="105915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Draft</a:t>
            </a:r>
            <a:br>
              <a:rPr lang="en-CA" altLang="ko-KR" sz="900" dirty="0"/>
            </a:br>
            <a:r>
              <a:rPr lang="en-CA" altLang="ko-KR" sz="900" dirty="0"/>
              <a:t>Token</a:t>
            </a:r>
          </a:p>
        </p:txBody>
      </p:sp>
      <p:sp>
        <p:nvSpPr>
          <p:cNvPr id="54" name="Title 4">
            <a:extLst>
              <a:ext uri="{FF2B5EF4-FFF2-40B4-BE49-F238E27FC236}">
                <a16:creationId xmlns:a16="http://schemas.microsoft.com/office/drawing/2014/main" id="{A8456DC5-C4A2-419B-C168-BE028A6D6D09}"/>
              </a:ext>
            </a:extLst>
          </p:cNvPr>
          <p:cNvSpPr txBox="1">
            <a:spLocks/>
          </p:cNvSpPr>
          <p:nvPr/>
        </p:nvSpPr>
        <p:spPr>
          <a:xfrm>
            <a:off x="3709437" y="2158037"/>
            <a:ext cx="338683" cy="150235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1600" b="0" dirty="0">
                <a:solidFill>
                  <a:srgbClr val="00B050"/>
                </a:solidFill>
              </a:rPr>
              <a:t>✓</a:t>
            </a:r>
            <a:endParaRPr lang="en-CA" sz="1600" dirty="0">
              <a:solidFill>
                <a:srgbClr val="00B050"/>
              </a:solidFill>
            </a:endParaRP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CC022525-7A26-68C5-960F-4482ED0E3249}"/>
              </a:ext>
            </a:extLst>
          </p:cNvPr>
          <p:cNvSpPr txBox="1">
            <a:spLocks/>
          </p:cNvSpPr>
          <p:nvPr/>
        </p:nvSpPr>
        <p:spPr>
          <a:xfrm>
            <a:off x="3693628" y="2017363"/>
            <a:ext cx="338683" cy="123428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1200" b="0" dirty="0">
                <a:solidFill>
                  <a:srgbClr val="FF0000"/>
                </a:solidFill>
              </a:rPr>
              <a:t>✗</a:t>
            </a:r>
            <a:endParaRPr lang="en-CA" sz="1200" dirty="0">
              <a:solidFill>
                <a:srgbClr val="FF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CC6CAD-CF4B-904F-7D47-B5E78948AE75}"/>
              </a:ext>
            </a:extLst>
          </p:cNvPr>
          <p:cNvSpPr/>
          <p:nvPr/>
        </p:nvSpPr>
        <p:spPr>
          <a:xfrm>
            <a:off x="4755978" y="153640"/>
            <a:ext cx="321465" cy="15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EE55700A-A3E7-5E8C-14DA-277BC589A02C}"/>
              </a:ext>
            </a:extLst>
          </p:cNvPr>
          <p:cNvSpPr txBox="1">
            <a:spLocks/>
          </p:cNvSpPr>
          <p:nvPr/>
        </p:nvSpPr>
        <p:spPr>
          <a:xfrm>
            <a:off x="5061565" y="102317"/>
            <a:ext cx="586556" cy="265051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/>
              <a:t>Recovery</a:t>
            </a:r>
            <a:br>
              <a:rPr lang="en-CA" altLang="ko-KR" sz="900" dirty="0"/>
            </a:br>
            <a:r>
              <a:rPr lang="en-CA" altLang="ko-KR" sz="900" dirty="0"/>
              <a:t>Token</a:t>
            </a:r>
            <a:endParaRPr lang="en-US" sz="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318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134</Words>
  <Application>Microsoft Macintosh PowerPoint</Application>
  <PresentationFormat>Custom</PresentationFormat>
  <Paragraphs>114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junsuk87@student.ubc.ca</dc:creator>
  <cp:lastModifiedBy>junsuk87@student.ubc.ca</cp:lastModifiedBy>
  <cp:revision>23</cp:revision>
  <dcterms:created xsi:type="dcterms:W3CDTF">2026-04-15T13:00:02Z</dcterms:created>
  <dcterms:modified xsi:type="dcterms:W3CDTF">2026-04-15T14:38:27Z</dcterms:modified>
</cp:coreProperties>
</file>